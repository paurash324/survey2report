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6F9F"/>
                </a:solidFill>
                <a:latin typeface="Calibri"/>
              </a:defRPr>
            </a:pPr>
            <a:r>
              <a:t>SURVEY2REPORT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A37"/>
                </a:solidFill>
                <a:latin typeface="Calibri"/>
              </a:defRPr>
            </a:pPr>
            <a:r>
              <a:t>Public Health Checkup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4E5A"/>
                </a:solidFill>
                <a:latin typeface="Calibri"/>
              </a:defRPr>
            </a:pPr>
            <a:r>
              <a:t>Automated findings from 190 cleaned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7 analysed columns  ·  generated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WHAT THE DATA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0">
                <a:solidFill>
                  <a:srgbClr val="444E5A"/>
                </a:solidFill>
                <a:latin typeface="Calibri"/>
              </a:defRPr>
            </a:pPr>
            <a:r>
              <a:t>•  190 responses across 7 analysed columns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Most common smoker: No (46% of responses)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Strongest relationship: bmi ↔ exercise_days_per_week (r = -0.70, moderate negative)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Highest exercise_days_per_week by sex: Non-binary (3.2) vs Male (2.8)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Highest systolic_bp by sex: Male (141.3) vs Female (127.8)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2 extreme values in systolic_bp worth verifying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public_health_checkup.csv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Distribution of age</a:t>
            </a:r>
          </a:p>
        </p:txBody>
      </p:sp>
      <p:pic>
        <p:nvPicPr>
          <p:cNvPr id="4" name="Picture 3" descr="01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596" y="1554480"/>
            <a:ext cx="638450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183 answers, median 52.0 and mean 50.5; the axis is clipped to the 1st-99th percentile so outliers cannot squash the shape.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public_health_checkup.csv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sex mix</a:t>
            </a:r>
          </a:p>
        </p:txBody>
      </p:sp>
      <p:pic>
        <p:nvPicPr>
          <p:cNvPr id="4" name="Picture 3" descr="02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315" y="1554480"/>
            <a:ext cx="6707065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3 levels over 190 answers; Male is the largest group at 36%.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public_health_checkup.csv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exercise_days_per_week by sex</a:t>
            </a:r>
          </a:p>
        </p:txBody>
      </p:sp>
      <p:pic>
        <p:nvPicPr>
          <p:cNvPr id="4" name="Picture 3" descr="03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618" y="1554480"/>
            <a:ext cx="6360458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Non-binary averages 3.2 against Male at 2.8, a 15%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public_health_checkup.csv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bmi vs exercise_days_per_week</a:t>
            </a:r>
          </a:p>
        </p:txBody>
      </p:sp>
      <p:pic>
        <p:nvPicPr>
          <p:cNvPr id="4" name="Picture 3" descr="04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885" y="1554480"/>
            <a:ext cx="6467924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r = -0.70, a moderate negative relationship.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public_health_checkup.csv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visit_date over time</a:t>
            </a:r>
          </a:p>
        </p:txBody>
      </p:sp>
      <p:pic>
        <p:nvPicPr>
          <p:cNvPr id="4" name="Picture 3" descr="0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03" y="1554480"/>
            <a:ext cx="617488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190 dated responses from 2024-01-06 to 2024-12-07 (336 days).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public_health_checkup.csv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HOW THIS WAS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Methodology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400" b="0">
                <a:solidFill>
                  <a:srgbClr val="444E5A"/>
                </a:solidFill>
                <a:latin typeface="Calibri"/>
              </a:defRPr>
            </a:pPr>
            <a:r>
              <a:t>•  Each file is read as raw text; every column is typed as numeric, date, categorical or free text.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Answers are repaired in place; each change is recorded with a count in cleaning_log.md.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194 raw rows became 190 analysis-ready rows (4 dropped)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10.5% of cells arrived missing; 10.6% remain after cleaning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4 exact duplicate rows were removed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Charts and figures come from the cleaned table: 4 numeric, 2 categorical and 1 date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public_health_checkup.csv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SUMMARY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metric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90"/>
                <a:gridCol w="1558790"/>
                <a:gridCol w="1558790"/>
                <a:gridCol w="1558790"/>
                <a:gridCol w="1558790"/>
                <a:gridCol w="1558790"/>
                <a:gridCol w="1558795"/>
              </a:tblGrid>
              <a:tr h="731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84.00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26.41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16.40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36.80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systolic_bp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133.27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128.00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88.00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999.00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exercise_days_per_week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public_health_checkup.csv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MOST COMMON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category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121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Most 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Also common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Female (61), Non-binary (61)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Yes (78), Former (25)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public_health_checkup.csv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SHOWING 10 OF 19 RECORDED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cleaning 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32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Issue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Cells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systolic_bp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systolic_bp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exercise_days_per_week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32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exercise_days_per_week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public_health_checkup.csv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